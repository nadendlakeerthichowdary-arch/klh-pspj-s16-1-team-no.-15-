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29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abstract in your own words. Key point: three actions change stock, and a purchase is checked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280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1427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1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241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0947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7021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560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140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561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666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704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00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70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6239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Warehouse Inventory &amp; Reorder System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59233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products brought in, purchased and returned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03384" y="4086664"/>
            <a:ext cx="8046720" cy="1470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| Java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0EFF-1873-20CA-2F9E-247ADE484D45}"/>
              </a:ext>
            </a:extLst>
          </p:cNvPr>
          <p:cNvSpPr txBox="1"/>
          <p:nvPr/>
        </p:nvSpPr>
        <p:spPr>
          <a:xfrm>
            <a:off x="548640" y="3312944"/>
            <a:ext cx="535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 startAt="14"/>
            </a:pPr>
            <a:r>
              <a:rPr lang="en-IN" dirty="0">
                <a:solidFill>
                  <a:schemeClr val="bg1"/>
                </a:solidFill>
              </a:rPr>
              <a:t>Keerthi Chowdary- 2620030196</a:t>
            </a:r>
          </a:p>
          <a:p>
            <a:r>
              <a:rPr lang="en-IN" dirty="0">
                <a:solidFill>
                  <a:schemeClr val="bg1"/>
                </a:solidFill>
              </a:rPr>
              <a:t>K.V. Harshini- 2620030195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often kept in registers or spreadsheets and updated by hand when goods arrive, are sold or come back as returns. A simple program is needed that updates stock automatically for each movement and never lets stock go below zero.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63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stock counts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repeated entries in the register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21488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9631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unavailable items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accepted for stock that is not there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6791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not recorded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goods never added back to stock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63440" y="35204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8679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stock view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must count shelves to know what is left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 and warehouses often record stock by hand, which leads to counting errors and no clear view of what is available. This project presents a simple Java program that tracks the stock of each product through three actions: products brought in from the supplier, products purchased by customers, and products returned by customers.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increases when products are brought in or returned, and decreases when products are purchased. Before a purchase is recorded, the program checks that enough stock is available, so stock never goes below zero. Product names and quantities are stored in arrays, and a report shows the current stock of every product. The program is a base that can later be extended with a database, a user menu and automatic reorder alerts.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products brought in from the supplier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products purchased by customers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products returned by customers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purchases larger than available stock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stock of all products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348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2125981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arrays (in memory)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VS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Compiler: JDK (javac and java)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Three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199271"/>
            <a:ext cx="256032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41732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Brought 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bringProduct()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9317" y="3166989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arrive from the supplier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UP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Purchased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purchaseProduct()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buys goods; stock is checked first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DOWN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40880" y="141732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00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returnProduct()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goods back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UP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Check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F2A33"/>
          </a:solidFill>
          <a:ln>
            <a:solidFill>
              <a:srgbClr val="1F2A3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quantity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0" y="2560320"/>
            <a:ext cx="731520" cy="0"/>
          </a:xfrm>
          <a:prstGeom prst="line">
            <a:avLst/>
          </a:prstGeom>
          <a:noFill/>
          <a:ln w="190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3017520" y="20116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2A900"/>
          </a:solidFill>
          <a:ln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quantity more than stock?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5212080" y="1600200"/>
            <a:ext cx="822960" cy="685800"/>
          </a:xfrm>
          <a:prstGeom prst="line">
            <a:avLst/>
          </a:prstGeom>
          <a:noFill/>
          <a:ln w="190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12080" y="2834640"/>
            <a:ext cx="822960" cy="685800"/>
          </a:xfrm>
          <a:prstGeom prst="line">
            <a:avLst/>
          </a:prstGeom>
          <a:noFill/>
          <a:ln w="190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03504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show "Sorry, only N available"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1089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stock = stock - qty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CF6BD-5942-FDDF-87A2-8A7324BB2263}"/>
              </a:ext>
            </a:extLst>
          </p:cNvPr>
          <p:cNvSpPr txBox="1"/>
          <p:nvPr/>
        </p:nvSpPr>
        <p:spPr>
          <a:xfrm>
            <a:off x="759655" y="499403"/>
            <a:ext cx="8468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GitHub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1C8BD-C203-3843-D0AF-E665F298EEE1}"/>
              </a:ext>
            </a:extLst>
          </p:cNvPr>
          <p:cNvSpPr txBox="1"/>
          <p:nvPr/>
        </p:nvSpPr>
        <p:spPr>
          <a:xfrm>
            <a:off x="239151" y="1716258"/>
            <a:ext cx="898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https://github.com/nadendlakeerthichowdary-arch/KLH-PSPJ-S16-1-TEAM-NO.-15</a:t>
            </a:r>
          </a:p>
        </p:txBody>
      </p:sp>
    </p:spTree>
    <p:extLst>
      <p:ext uri="{BB962C8B-B14F-4D97-AF65-F5344CB8AC3E}">
        <p14:creationId xmlns:p14="http://schemas.microsoft.com/office/powerpoint/2010/main" val="33949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B7C4D4-6AC5-81F3-A924-5E1039D84190}"/>
              </a:ext>
            </a:extLst>
          </p:cNvPr>
          <p:cNvSpPr txBox="1"/>
          <p:nvPr/>
        </p:nvSpPr>
        <p:spPr>
          <a:xfrm>
            <a:off x="422031" y="70729"/>
            <a:ext cx="8574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Geo-tag photo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72660-C507-7DDB-7D71-445B16FA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612" y="1002322"/>
            <a:ext cx="5148775" cy="38897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bg1">
                <a:lumMod val="75000"/>
              </a:schemeClr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752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ank you slide Images - Free Download on Magnific (formerly ...">
            <a:extLst>
              <a:ext uri="{FF2B5EF4-FFF2-40B4-BE49-F238E27FC236}">
                <a16:creationId xmlns:a16="http://schemas.microsoft.com/office/drawing/2014/main" id="{82531069-ED9E-EF52-631B-485FE93EF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76200"/>
            <a:ext cx="7048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52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744</TotalTime>
  <Words>436</Words>
  <Application>Microsoft Office PowerPoint</Application>
  <PresentationFormat>On-screen Show (16:9)</PresentationFormat>
  <Paragraphs>59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Warehouse Inventory System</dc:title>
  <dc:subject>PptxGenJS Presentation</dc:subject>
  <dc:creator>PptxGenJS</dc:creator>
  <cp:lastModifiedBy>Keerthi Nadendla</cp:lastModifiedBy>
  <cp:revision>4</cp:revision>
  <dcterms:created xsi:type="dcterms:W3CDTF">2026-09-15T04:57:55Z</dcterms:created>
  <dcterms:modified xsi:type="dcterms:W3CDTF">2026-10-15T08:06:31Z</dcterms:modified>
</cp:coreProperties>
</file>
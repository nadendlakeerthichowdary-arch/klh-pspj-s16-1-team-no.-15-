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29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abstract in your own words. Key point: three actions change stock, and a purchase is checked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783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Warehouse Inventory &amp; Reorder System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products brought in, purchased and returned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| Java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often kept in registers or spreadsheets and updated by hand when goods arrive, are sold or come back as returns. A simple program is needed that updates stock automatically for each movement and never lets stock go below zero.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63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stock counts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repeated entries in the register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21488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9631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unavailable items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accepted for stock that is not there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679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not recorded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goods never added back to stock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63440" y="3520440"/>
            <a:ext cx="4023360" cy="11430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8679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stock view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count shelves to know what is left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and warehouses often record stock by hand, which leads to counting errors and no clear view of what is available. This project presents a simple Java program that tracks the stock of each product through three actions: products brought in from the supplier, products purchased by customers, and products returned by customers.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increases when products are brought in or returned, and decreases when products are purchased. Before a purchase is recorded, the program checks that enough stock is available, so stock never goes below zero. Product names and quantities are stored in arrays, and a report shows the current stock of every product. The program is a base that can later be extended with a database, a user menu and automatic reorder alerts.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brought in from the supplier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purchased by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products returned by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purchases larger than available stock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stock of all products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640080" cy="640080"/>
          </a:xfrm>
          <a:prstGeom prst="ellips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348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21031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arrays (in memory)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or any Java editor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 JDK (javac and java)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Three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199271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1732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Brought 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bringProduct()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arrive from the supplier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UP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Purchased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purchaseProduct()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buys goods; stock is checked first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DOWN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0" y="141732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00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returnProduct()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goods back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UP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Check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F2A33"/>
          </a:solidFill>
          <a:ln>
            <a:solidFill>
              <a:srgbClr val="1F2A3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quantity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0" y="2560320"/>
            <a:ext cx="731520" cy="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3017520" y="20116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2A900"/>
          </a:solidFill>
          <a:ln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quantity more than stock?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5212080" y="1600200"/>
            <a:ext cx="822960" cy="68580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12080" y="2834640"/>
            <a:ext cx="822960" cy="685800"/>
          </a:xfrm>
          <a:prstGeom prst="line">
            <a:avLst/>
          </a:prstGeom>
          <a:noFill/>
          <a:ln w="190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03504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show "Sorry, only N available"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089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stock = stock - qty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414</Words>
  <Application>Microsoft Office PowerPoint</Application>
  <PresentationFormat>On-screen Show 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Warehouse Inventory System</dc:title>
  <dc:subject>PptxGenJS Presentation</dc:subject>
  <dc:creator>PptxGenJS</dc:creator>
  <cp:lastModifiedBy>Keerthi Nadendla</cp:lastModifiedBy>
  <cp:revision>2</cp:revision>
  <dcterms:created xsi:type="dcterms:W3CDTF">2026-09-15T04:57:55Z</dcterms:created>
  <dcterms:modified xsi:type="dcterms:W3CDTF">2026-09-15T05:55:35Z</dcterms:modified>
</cp:coreProperties>
</file>